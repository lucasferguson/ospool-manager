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3333333" cy="7500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OSPool Manager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Python CLI for repeatable HTCondor/OSPool workflows from local machines or an Access Point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Wraps common OSPool operations into a single Typer command line: setup, sync, submit, monitor, report, watch, fetch, upload, and OSDF listing.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Supports two operating modes: local remote-submit with HTCondor token auth, and AP-project execution after syncing the project to the Access Point.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Keeps workflow assets organized under execution/, with runtime logs, outputs, and run metadata isolated from source files.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Problem It Solves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OSPool jobs have several moving parts; this project turns them into a predictable loop.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Reduces manual SSH, rsync, condor_submit, condor_q, condor_history, and output retrieval steps.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Makes submit files easier to reuse by resolving shorthand names and keeping local/AP paths in configuration.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Provides a project-specific path for container jobs, data staging, large output handling, and post-run reporting.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Workflow Model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The README workflow maps directly to CLI modules.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3474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Setup creates the remote project tree on ap40.uw.osg-htc.org and sync copies the local project while excluding logs, outputs, runs, venvs, caches, and data by default.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Submit sends single .sub jobs or DAGMan workflows to the AP schedd through htcondor2 bindings.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Monitor, logs, report, watch, and fetch cover the operational loop from live status through completed output collection.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4864608"/>
            <a:ext cx="10652760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400">
                <a:solidFill>
                  <a:srgbClr val="E2E8F0"/>
                </a:solidFill>
              </a:rPr>
              <a:t>ospool setup remote</a:t>
            </a:r>
          </a:p>
          <a:p>
            <a:pPr marL="0" indent="0">
              <a:buChar char="•"/>
            </a:pPr>
            <a:r>
              <a:rPr lang="en-US" sz="1400">
                <a:solidFill>
                  <a:srgbClr val="E2E8F0"/>
                </a:solidFill>
              </a:rPr>
              <a:t>ospool sync remote</a:t>
            </a:r>
          </a:p>
          <a:p>
            <a:pPr marL="0" indent="0">
              <a:buChar char="•"/>
            </a:pPr>
            <a:r>
              <a:rPr lang="en-US" sz="1400">
                <a:solidFill>
                  <a:srgbClr val="E2E8F0"/>
                </a:solidFill>
              </a:rPr>
              <a:t>ospool submit job patchwork_direct</a:t>
            </a:r>
          </a:p>
          <a:p>
            <a:pPr marL="0" indent="0">
              <a:buChar char="•"/>
            </a:pPr>
            <a:r>
              <a:rPr lang="en-US" sz="1400">
                <a:solidFill>
                  <a:srgbClr val="E2E8F0"/>
                </a:solidFill>
              </a:rPr>
              <a:t>ospool monitor &lt;cluster&gt;</a:t>
            </a:r>
          </a:p>
          <a:p>
            <a:pPr marL="0" indent="0">
              <a:buChar char="•"/>
            </a:pPr>
            <a:r>
              <a:rPr lang="en-US" sz="1400">
                <a:solidFill>
                  <a:srgbClr val="E2E8F0"/>
                </a:solidFill>
              </a:rPr>
              <a:t>ospool watch</a:t>
            </a:r>
          </a:p>
          <a:p>
            <a:pPr marL="0" indent="0">
              <a:buChar char="•"/>
            </a:pPr>
            <a:r>
              <a:rPr lang="en-US" sz="1400">
                <a:solidFill>
                  <a:srgbClr val="E2E8F0"/>
                </a:solidFill>
              </a:rPr>
              <a:t>ospool fetch &lt;cluster&gt;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Architecture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Small modules with explicit responsibilities.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cli.py defines the Typer surface and delegates work to focused implementation modules.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config.py loads config.toml into typed dataclasses for remote, OSDF, local, and submit settings.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submit.py owns HTCondor schedd access, submit modes, DAG submission, and job removal.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monitor.py and watcher.py handle live queue views, reports, and automatic fetch on completion.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remote.py, upload.py, osdf.py, fetch.py, token.py, and runs.py cover AP operations, storage, auth, retrieval, and SQLite run tracking.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Configuration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Most environment-specific details are centralized in config.toml.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Remote settings identify the AP, schedd, collector, username, SSH key, and remote project directory.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OSDF settings define the user's large-storage root, such as osdf:///ospool/ap40/data/lucas.ferguson.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Local settings define project, execution, data, logs, outputs, and runs directories.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Submit mode chooses between spool for local remote-submit and ap-project for synced AP execution.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Submit Modes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The project supports two deployment shapes without changing the CLI.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spool mode uses schedd.submit(spool=True) followed by schedd.spool(), so local files are transferred from the submitting machine.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ap-project mode injects initialdir = remote.project_dir and expects files to already exist on the Access Point.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For AP-project mode, submit.py verifies the remote project directory and gives a targeted setup/sync instruction if it is missing.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Data and Output Handling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The code handles both OSDF storage and AP-home output fallbacks.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upload.py pushes files or data/ to the OSDF origin via rsync, falling back to scp if rsync is unavailable.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Submit files can reference OSDF URLs as transfer inputs and remap outputs back into OSDF outputs/.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fetch.py first searches AP project outputs, then OSDF outputs, rsyncs matching cluster files locally, and also syncs cluster logs.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retrieve_spool handles jobs without OSDF output remaps by running condor_transfer_data on the AP and copying selected result files back.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Monitoring and Reporting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Operational feedback is built around HTCondor queue and history APIs.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monitor displays a live Rich table with cluster, proc, status, time in state, input data, executable, and hold reason.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report queries active jobs and history to summarize timing, duration, resources, starts, and transfer inputs; it can emit CSV.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watcher polls tracked runs from SQLite, updates status, fetches outputs when jobs complete, and marks failed states for held or removed jobs.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Patchwork Job Example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The current submit files show a containerized packet-analysis workload.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patchwork_direct.sub runs in a container universe using docker://nicolaka/netshoot:v0.15.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The executable is execution/job-scripts/ospool_main.sh with analysis.tar.gz and site archives such as data/LOSA.tar.gz transferred as inputs.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Resource requests are explicit: 6 CPUs, 6 GB memory, and 40 GB disk in patchwork_direct.sub.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Outputs are packaged as patchwork_results.tar.gz and remapped to the AP project outputs directory with the cluster ID in the filename.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</a:rPr>
              <a:t>Current Strengths and Next Steps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93268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700">
                <a:solidFill>
                  <a:srgbClr val="475569"/>
                </a:solidFill>
              </a:rPr>
              <a:t>Useful for a working learning project, with clear places to harden.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835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Strengths: cohesive CLI, typed config, remote/AP support, OSDF integration, live monitoring, automatic fetch, run history, and CSV reporting.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Short-term hardening: add tests around path resolution, submit-mode behavior, report formatting, and fetch search order.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Operational polish: validate config values before submission, redact or template user-specific paths for sharing, and document expected token/SSH setup.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E293B"/>
                </a:solidFill>
              </a:rPr>
              <a:t>Packaging polish: add example config generation and sample workflows so new users can bootstrap without editing production paths directly.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66928" y="64190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Char char="•"/>
            </a:pPr>
            <a:r>
              <a:rPr lang="en-US" sz="1000">
                <a:solidFill>
                  <a:srgbClr val="64748B"/>
                </a:solidFill>
              </a:rPr>
              <a:t>OSPool Manager | 10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OSPool Manager Overview</dc:title>
  <dc:creator>Codex</dc:creator>
  <cp:lastModifiedBy>Codex</cp:lastModifiedBy>
  <dcterms:created xsi:type="dcterms:W3CDTF">2026-05-13T09:10:49+00:00</dcterms:created>
  <dcterms:modified xsi:type="dcterms:W3CDTF">2026-05-13T09:10:49+00:00</dcterms:modified>
</cp:coreProperties>
</file>